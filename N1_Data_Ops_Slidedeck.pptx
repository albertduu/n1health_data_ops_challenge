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assignment: combine five client member rosters, standardize the membership view, answer six summary questions, and discuss how to support biweekly roster deliveries. Source: uploaded challenge PDF and ordered query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pipeline, emphasizing that the output table is the analysis contract. Mention documented assumptions: calendar year 2025, inclusive eligibility dates, and deterministic duplicate tie-breakers.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of the six requested outputs. Note that payer counts sum to the final standardized population, and all members matched to a ZIP-level model score. Full highest-ZIP member list is saved in read_results.txt.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the code walkthrough. Emphasize that Python controls flow, SQL holds data logic, returned rows are the model/result data, and console/text/HTML reports are the view. A query runner class is a future abstraction, not required for this small take-home.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biweekly scenario from the prompt. Be clear that these are future enhancements: SQLite date conversion function, logs/warnings/errors, email alerts, schema checks, delivery/run IDs, raw snapshot archives, and HTML reporting as a nicer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38"/>
          </a:solidFill>
          <a:ln w="12700">
            <a:solidFill>
              <a:srgbClr val="13223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0040"/>
            <a:ext cx="3566160" cy="3566160"/>
          </a:xfrm>
          <a:prstGeom prst="arc">
            <a:avLst/>
          </a:prstGeom>
          <a:solidFill>
            <a:srgbClr val="132238">
              <a:alpha val="0"/>
            </a:srgbClr>
          </a:solidFill>
          <a:ln w="25400">
            <a:solidFill>
              <a:srgbClr val="2F486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2971800"/>
            <a:ext cx="3200400" cy="3200400"/>
          </a:xfrm>
          <a:prstGeom prst="arc">
            <a:avLst/>
          </a:prstGeom>
          <a:solidFill>
            <a:srgbClr val="132238">
              <a:alpha val="0"/>
            </a:srgbClr>
          </a:solidFill>
          <a:ln w="25400">
            <a:solidFill>
              <a:srgbClr val="1AA6A6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85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N1 DATA OPS TAKE-HOME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7040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reliable view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membership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5E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client rosters standardized into one analysis-ready member table, with clear answers for PM review and future recurring deliveries.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39,252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5376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2025-eligible members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5376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questions answered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715000" y="4846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15000" y="5376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output table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6172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BA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rosters to a trusted member table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73552" y="2834640"/>
            <a:ext cx="310896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79008" y="2834640"/>
            <a:ext cx="502920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805672" y="2834640"/>
            <a:ext cx="310896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2560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Ingest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five roster tables from SQLite and preserve source roster number for auditability.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0" y="2057400"/>
            <a:ext cx="2057400" cy="1554480"/>
          </a:xfrm>
          <a:prstGeom prst="rect">
            <a:avLst/>
          </a:prstGeom>
          <a:solidFill>
            <a:srgbClr val="E9F7F8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Standardize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dates, state values, ZIP codes, member fields, and payer values.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2057400"/>
            <a:ext cx="24231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Deduplicate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one row per member using latest eligibility end date, latest start date, then latest roster.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89720" y="2057400"/>
            <a:ext cx="2331720" cy="1554480"/>
          </a:xfrm>
          <a:prstGeom prst="rect">
            <a:avLst/>
          </a:prstGeom>
          <a:solidFill>
            <a:srgbClr val="DDF5EE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Analyze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ZIP-level scores and run the requested membership and SDOH metrics.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2103120" cy="320040"/>
          </a:xfrm>
          <a:prstGeom prst="rect">
            <a:avLst/>
          </a:prstGeom>
          <a:solidFill>
            <a:srgbClr val="EAF2FD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rule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17520" y="4334256"/>
            <a:ext cx="365760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member is active during a period when their eligibility dates overlap that period.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86600" y="4389120"/>
            <a:ext cx="2011680" cy="320040"/>
          </a:xfrm>
          <a:prstGeom prst="rect">
            <a:avLst/>
          </a:prstGeom>
          <a:solidFill>
            <a:srgbClr val="E5F6F5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contract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81160" y="4334256"/>
            <a:ext cx="2331720" cy="5029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std_member_info: exactly one standardized row per member.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N1 Data Ops Take-Home  •  Albert Du  •  2/5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results answer the six business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32,576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947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members eligible in April 2025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947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6D5DF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8,130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794760" y="19476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 included more than once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0372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3,038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03720" y="19476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 in ZIPs with Food Access Score &lt; 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966960" y="1417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A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3.0703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966960" y="19476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Social Isolation Score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Payer mix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Medicaid (Mdcd)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08960" y="3730752"/>
            <a:ext cx="2286000" cy="164592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36941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24,663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Medicare Adv. (Madv)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08960" y="4187952"/>
            <a:ext cx="1352246" cy="16459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41513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14,589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6520" y="3063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Highest SDOH composite ZIP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3657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8.77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321040" y="37673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 95950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43434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eligible members live in that ZIP. The full member list is included in read_results.txt.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5166360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A6A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unmatched ZIP-score records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823960" y="5166360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39,252 distinct members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N1 Data Ops Take-Home  •  Albert Du  •  3/5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organization separates control, SQL, and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61488" y="2926080"/>
            <a:ext cx="658368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42432" y="2926080"/>
            <a:ext cx="658368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714232" y="2926080"/>
            <a:ext cx="612648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20574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SQLiteReader.py validates inputs, builds dynamic roster unions, runs queries, and formats output.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240280" cy="1600200"/>
          </a:xfrm>
          <a:prstGeom prst="rect">
            <a:avLst/>
          </a:prstGeom>
          <a:solidFill>
            <a:srgbClr val="E9F7F8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layer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.sql files hold the reviewable data logic. Related metrics are grouped where helpful.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22402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data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returned from SQLite become structured result data for presentation and reporting.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72600" y="2148840"/>
            <a:ext cx="2148840" cy="1600200"/>
          </a:xfrm>
          <a:prstGeom prst="rect">
            <a:avLst/>
          </a:prstGeom>
          <a:solidFill>
            <a:srgbClr val="DDF5EE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view is console/read_results.txt; next view could be an HTML report.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is maintainable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5303520" cy="877824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SQL is easier to review and update without changing orchestration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Parameters make date windows and thresholds explicit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table build is re-runnable and indexed for follow-up queries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4389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next abstraction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4800600"/>
            <a:ext cx="4480560" cy="6583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this becomes a recurring workflow, wrap query loading/execution in a small SQLiteQueryRunner class rather than adding a full framework.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N1 Data Ops Take-Home  •  Albert Du  •  4/5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A6A6"/>
          </a:solidFill>
          <a:ln w="12700">
            <a:solidFill>
              <a:srgbClr val="1AA6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MONTH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Making biweekly roster deliveries production-ready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E6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solution answers the take-home. A recurring client feed would need operational controls around ingestion, validation, observability, and reporting.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44368" y="2926080"/>
            <a:ext cx="621792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79008" y="2926080"/>
            <a:ext cx="530352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31352" y="2926080"/>
            <a:ext cx="429768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22402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Ingestion controls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new roster tables/files, assign run IDs, archive raw snapshots, and prevent duplicate processing.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1880" y="2240280"/>
            <a:ext cx="2148840" cy="1508760"/>
          </a:xfrm>
          <a:prstGeom prst="rect">
            <a:avLst/>
          </a:prstGeom>
          <a:solidFill>
            <a:srgbClr val="E9F7F8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Date normalization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a SQLite helper function to convert MM/DD/YYYY and YYYY-MM-DD consistently before filtering.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2240280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B6C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Logging + alerts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warnings, failed validations, schema drift, and row-count changes in a log file; send email on failure.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006840" y="2240280"/>
            <a:ext cx="2331720" cy="1508760"/>
          </a:xfrm>
          <a:prstGeom prst="rect">
            <a:avLst/>
          </a:prstGeom>
          <a:solidFill>
            <a:srgbClr val="DDF5EE"/>
          </a:solidFill>
          <a:ln w="12700">
            <a:solidFill>
              <a:srgbClr val="B9CEDA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Report view
</a:t>
            </a:r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cleaner HTML report from result data while keeping text output for automation.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implementation path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773168"/>
            <a:ext cx="5486400" cy="7498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lightweight improvements: reusable date conversion, a run log, validation warnings, and a better report view. Only add heavier architecture once the recurring feed actually needs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4343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MVC-style framing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4773168"/>
            <a:ext cx="4114800" cy="7498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Controller: ETL orchestration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Model: query result rows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View: console, text, or HTML report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N1 Data Ops Take-Home  •  Albert Du  •  5/5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N1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N1 Data Ops Presentation</dc:title>
  <dc:subject>N1 Data Ops Take Home Challenge</dc:subject>
  <dc:creator>Albert Du</dc:creator>
  <cp:lastModifiedBy>Albert Du</cp:lastModifiedBy>
  <cp:revision>1</cp:revision>
  <dcterms:created xsi:type="dcterms:W3CDTF">2026-07-31T15:39:59Z</dcterms:created>
  <dcterms:modified xsi:type="dcterms:W3CDTF">2026-07-31T15:39:59Z</dcterms:modified>
</cp:coreProperties>
</file>